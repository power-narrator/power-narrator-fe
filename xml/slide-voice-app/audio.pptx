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mp3" ContentType="audio/mpe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notes for slide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notes for slide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microsoft.com/office/2007/relationships/media" Target="../media/media1.mp3" /><Relationship Id="rId4" Type="http://schemas.openxmlformats.org/officeDocument/2006/relationships/audio" Target="../media/media1.mp3" /><Relationship Id="rId5" Type="http://schemas.openxmlformats.org/officeDocument/2006/relationships/image" Target="../media/image1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Slide 1 Content</a:t>
            </a:r>
            <a:endParaRPr lang="en-US" sz="3600" dirty="0"/>
          </a:p>
        </p:txBody>
      </p:sp>
      <p:pic>
        <p:nvPicPr>
          <p:cNvPr id="3" name="test">
            <a:hlinkClick r:id="" action="ppaction://media"/>
            <a:extLst>
              <a:ext uri="{FF2B5EF4-FFF2-40B4-BE49-F238E27FC236}">
                <a16:creationId id="{9196534B-DA5E-4DD4-B3E7-54ADF0FE720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479915" y="-126134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 id="1">
          <p:childTnLst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dur="indefinite" nodeType="mainSeq" id="2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Slide 2 Content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0</ns0:Words>
  <ns0:Application>Microsoft Office PowerPoint</ns0:Application>
  <ns0:PresentationFormat>On-screen Show (16:9)</ns0:PresentationFormat>
  <ns0:Paragraphs>0</ns0:Paragraphs>
  <ns0:Slides>2</ns0:Slides>
  <ns0:Notes>2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2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2</ns1:i4>
      </ns1:variant>
    </ns1:vector>
  </ns0:HeadingPairs>
  <ns0:TitlesOfParts>
    <ns1:vector size="5" baseType="lpstr">
      <ns1:lpstr>Arial</ns1:lpstr>
      <ns1:lpstr>Calibri</ns1:lpstr>
      <ns1:lpstr>Office Theme</ns1:lpstr>
      <ns1:lpstr>Slide 1</ns1:lpstr>
      <ns1:lpstr>Slide 2</ns1:lpstr>
    </ns1:vector>
  </ns0:TitlesOfParts>
  <ns0:Company>PptxGenJS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title>PptxGenJS Presentation</dc:title>
  <dc:subject>PptxGenJS Presentation</dc:subject>
  <dc:creator>PptxGenJS</dc:creator>
  <ns0:lastModifiedBy>PptxGenJS</ns0:lastModifiedBy>
  <ns0:revision>1</ns0:revision>
  <dcterms:created xsi:type="dcterms:W3CDTF">2026-03-15T13:27:34Z</dcterms:created>
  <dcterms:modified xsi:type="dcterms:W3CDTF">2026-03-16T07:48:11Z</dcterms:modified>
</ns0:coreProperties>
</file>