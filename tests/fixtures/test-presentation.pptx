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notes for 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notes for 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1 Content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Slide 2 Content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2026-03-15T13:27:34Z</dcterms:created>
  <dcterms:modified xsi:type="dcterms:W3CDTF">2026-03-15T13:27:34Z</dcterms:modified>
</cp:coreProperties>
</file>