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5518D1-A2B3-EC43-B449-22537E807C11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55B6CF-E000-0B48-B655-F0D41484CF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7472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Initial notes for slide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55B6CF-E000-0B48-B655-F0D41484CF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173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55B6CF-E000-0B48-B655-F0D41484CF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839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069DB-487F-48F6-A79B-DBC5D7058C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27AD2F-B0DD-6C4C-E848-F29CB9EA4B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2CC85C-3583-A850-DA04-6E76E5079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03DD5-30EC-2743-34AE-76BEB93BF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83966-0C7A-8344-46C1-894B86225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205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16542-402A-3984-52D8-3CE4A2A7D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23E403-3F26-2A3E-7ACA-BD94B62BDA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C75CB9-E112-1730-7126-7F7DB96D7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A4E75-CD7F-E125-46DD-23C598E38E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56F7C-AF3A-8B99-F356-EFA10DF7C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697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F0B23-F5D4-7271-EA3C-6FD3FC84A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2D3D2A-8A5E-EFBE-9F3D-E98B7092F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D2DE58-C012-E51B-0906-98FA850316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0CC03A-4A3D-B21C-79D6-35B1AD339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9B8223-300F-083B-B23A-A5A03A4C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40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0C988-E6DA-4FD3-8DF2-91577B747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D8DAE-A89C-C86B-4830-6887D0A51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2C2219-6AE1-B5E9-5FA1-CFC08B5554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478BEC-2841-32D2-B159-5B0FBB2DE2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B0F16B-3EB1-1BB0-2A43-F2CF3A814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3EF775-D5A9-C850-EAEC-593C9E4D6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32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975CC-6FCB-9AB2-35D4-539016DE6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3322B-70A3-5DE0-1C5F-3F664A1242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7ACA3-07EC-CA36-D397-60478FE260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624E46-6A4F-53DF-E2D7-3315CB6C4A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D60102-AA7F-1F51-888A-3197F1AB44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0C97CF-C5C0-27CB-A653-D8B7E17A1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B7D7F5-4743-547F-E571-A4C82EA73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9570C1-AA44-CCE6-EAB5-1B0008E56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736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4C0C7-CC76-223D-5371-F8E4B68A4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AEF2788-A8BF-65F5-30A2-C4C8147EA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AAB935-1C63-0E23-522C-A906925AD2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94AEA3-AFBB-4A7A-DBEE-3515F2AD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545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ABE3B9-E193-4973-133D-BE396B5ED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C794F7-B1F6-2E5C-47D5-C641DC312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E32F9-058C-7C50-0A04-466AD13F7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8750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7A273-5E16-5019-6DD0-C9FA3406E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6741D7-C722-8173-A3B0-8FFFEE258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1F1879-799C-AEE5-C4F2-8F143ED764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AC70D2-8B10-5C31-7123-BA6D92FFCE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C88BE2-F8F3-A2F2-3A2B-28A3AD98B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02DD34-D2D4-72BC-3A94-2F1521BC3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48991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35A81-578E-16BE-C769-6C3332BF7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05917F-F757-556B-CC10-9C719A250A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2558A2-D36C-8575-0DF3-D64E254100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645D69-49F1-7F1A-B098-046E8EA6E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AFC7C6-199E-7E53-BE2F-B145D0D07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6B9D7-3572-86CE-067B-BD7BE2DFE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231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8CEA-1368-5833-BA8D-5E35C87F4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1865CA-3CCC-79B3-FCA5-654890EDC9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A8758-F2E4-AB4E-70F6-232581A3D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20F5ED-F0ED-7EB9-B120-41779BEC1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6D5E3-3294-EFD2-DAB5-E2914833F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635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2776B97-4045-ED54-43F9-FCBCE81557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9D13AC-03B8-4592-3B90-7A1B986D93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AF0E2B-68FC-31F5-0EF4-9C47ECCE85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67C0F0-FD29-2327-C4DE-C0271299B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AB7E19-04F8-54ED-67CC-02014336F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5829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B9555E-146F-ABDB-2FF2-83E08BC0E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31D54-1EAB-05BB-2AA5-4F881B5CD5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F373FB-BE9C-5058-4168-C04F47A575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26D844-08FE-4C42-8DD0-A7CF57593536}" type="datetimeFigureOut">
              <a:rPr lang="en-US" smtClean="0"/>
              <a:t>4/19/26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940C18-A1E1-7FA1-B13C-8D3EB8DECF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89AFF-A308-021F-5CF1-23AAFA967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C34B39-0559-1D40-86FD-C26661BE86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255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EBACA-D8F9-B01B-B4BD-E43D94E0C0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3D09C2-E9E7-DD96-3274-0FBA85813E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1628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697C8-0CE0-7E97-C843-C8057F51B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1595FC-74EA-C040-9AC8-34D203F622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210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</Words>
  <Application>Microsoft Macintosh PowerPoint</Application>
  <PresentationFormat>Widescreen</PresentationFormat>
  <Paragraphs>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Dallas Lim Juin Loon</dc:creator>
  <cp:lastModifiedBy>Dallas Lim Juin Loon</cp:lastModifiedBy>
  <cp:revision>1</cp:revision>
  <dcterms:created xsi:type="dcterms:W3CDTF">2026-04-18T17:23:08Z</dcterms:created>
  <dcterms:modified xsi:type="dcterms:W3CDTF">2026-04-18T17:24:06Z</dcterms:modified>
</cp:coreProperties>
</file>