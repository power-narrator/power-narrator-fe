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60"/>
    <p:restoredTop sz="87163"/>
  </p:normalViewPr>
  <p:slideViewPr>
    <p:cSldViewPr snapToGrid="0">
      <p:cViewPr varScale="1">
        <p:scale>
          <a:sx n="196" d="100"/>
          <a:sy n="196" d="100"/>
        </p:scale>
        <p:origin x="61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FB6613-2DAE-C743-B6D1-8AB16C2A74AE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268C53-4D9D-2547-9FAC-994638790D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693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line of slide one.</a:t>
            </a:r>
          </a:p>
          <a:p>
            <a:r>
              <a:rPr lang="en-US" dirty="0"/>
              <a:t>Café — naïve “quotes” </a:t>
            </a:r>
            <a:r>
              <a:rPr lang="ja-JP" altLang="en-US"/>
              <a:t>日本語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268C53-4D9D-2547-9FAC-994638790D9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6010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two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268C53-4D9D-2547-9FAC-994638790D9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6643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three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268C53-4D9D-2547-9FAC-994638790D9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4476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four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268C53-4D9D-2547-9FAC-994638790D9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0399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Slide five notes.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268C53-4D9D-2547-9FAC-994638790D9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224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699B1-94D4-F750-957C-C2AAC5A5E0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EE5FC3-F936-F642-1A1A-2726769375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D46711-81DF-3E96-78CC-72A530633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D14A1-D886-F141-8A1E-3938D96168D8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2B973-51DE-A883-3325-7923B0E24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7CA88-6D15-D20B-DD65-D9284B172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76797-D76C-BF42-8C18-B1AAB5C0D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467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7736E-487B-7CCE-95EC-7803F63CB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E7E93-43E0-F64E-9923-5D63B446E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4F4863-7AA0-26E1-FD96-E904A977E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D14A1-D886-F141-8A1E-3938D96168D8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842530-E3C4-C451-C71C-B02F08545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BAD811-5D30-34EC-0997-6BA9DFE23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76797-D76C-BF42-8C18-B1AAB5C0D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931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4BDF6-42BA-7D66-2BBF-F002F8F7B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A1F1AB-FC9D-C8BE-87EF-FE43629D2A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5E3A40-95D3-984E-53E0-93497134D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D14A1-D886-F141-8A1E-3938D96168D8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97E5C0-59A4-DC70-BA78-2131D6514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D759E1-4E3B-46C7-8065-00792DCF1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76797-D76C-BF42-8C18-B1AAB5C0D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132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DAB18-3D19-6B9A-E8CE-C82480792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20EDB-2D56-AC06-D021-6BD7F276E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1F1AA-CF8B-8CE7-C529-A4CA3925CF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EFE92D-02D4-1B25-FE91-8A7FE9EB4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D14A1-D886-F141-8A1E-3938D96168D8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C27B16-5B80-4D83-0FE9-32A9D4044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EB8367-F4E6-5414-6780-A1B6382F8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76797-D76C-BF42-8C18-B1AAB5C0D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266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25D15-5630-DB3E-082F-ACA87C1FD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7188F5-8F8F-7AB7-D983-595E15879B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5A2BB1-DCEE-0614-D73E-5219DE2A0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EB49D6-6090-96DB-CF4C-9AF124B7EE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6F0A9F-7ABC-9B7A-46D9-DED527212B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4B53D7-551D-A366-CF83-DB3623AC7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D14A1-D886-F141-8A1E-3938D96168D8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FB04EF-1FB5-E33E-39B7-E7302B36C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C0694B-2359-8E9C-3E5A-B32B28834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76797-D76C-BF42-8C18-B1AAB5C0D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890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CD0F4-E63A-47C4-F6A2-456F97E91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008470-E5B3-9207-9013-B8A6A288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D14A1-D886-F141-8A1E-3938D96168D8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575932-E441-8FE1-5A7C-3BE0DDCD2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C4560D-74F5-95DC-46ED-FBCAC44D0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76797-D76C-BF42-8C18-B1AAB5C0D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176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AA8860-FD50-B396-CC94-1A2932326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D14A1-D886-F141-8A1E-3938D96168D8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CA8F04-DB9A-EE89-5DAD-AF3425B04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1C06FA-FD3C-A009-96B8-3B9F3B6EC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76797-D76C-BF42-8C18-B1AAB5C0D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676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FC3C1-BAB4-6D78-5EE8-72732B4CC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0E0C6-444D-2F1C-AAC8-3618D1684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85D55E-2092-45F1-56C7-564C7471C9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06C4F0-7B3B-4B1D-C346-96B5736BB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D14A1-D886-F141-8A1E-3938D96168D8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D913B2-8EE1-ADD9-732E-2F16B58A5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4CAEB5-D299-A685-E18B-BDDB54EFC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76797-D76C-BF42-8C18-B1AAB5C0D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304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403AE-B0F9-E5BF-E5C6-D125FA168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F2A62E-40C4-8923-ED5B-EB10B0086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07700B-5D22-0696-3CF6-D8E8C699EA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CA880-6BA9-ADFE-8015-2814153BF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D14A1-D886-F141-8A1E-3938D96168D8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598C50-F668-E536-7672-3F7688B0C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D8B344-3D04-CC46-DDC1-CE43A5B51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76797-D76C-BF42-8C18-B1AAB5C0D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274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D96CF-3BE6-F414-0843-0034D8FEB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51EC41-FD35-413D-9333-8E79AA6103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EE974E-F0D7-0D62-81F2-0B50156DB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D14A1-D886-F141-8A1E-3938D96168D8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CACF4-14F5-B8F2-BB80-B70714FF7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4250F-051D-AE83-68B5-5E6E871C2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76797-D76C-BF42-8C18-B1AAB5C0D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661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E8E8FE-97F0-17F2-67AF-E097D36104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F6A22C-4E46-296C-8FC8-74E656A8E2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7997C-0DA8-69C5-88B8-3A51A4BF2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D14A1-D886-F141-8A1E-3938D96168D8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4AEF33-9641-E829-4002-B3CD0EAB2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CFF623-926E-81BA-D649-88AA84F8A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76797-D76C-BF42-8C18-B1AAB5C0D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409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5AB612-7458-AD7D-6F32-96F5B1F03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E280B8-DD10-F8F0-72CD-A8C5F31EB9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C9EC40-E69D-7F4C-87D9-8A10D460AB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CD14A1-D886-F141-8A1E-3938D96168D8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14F65A-299E-0E08-6FE8-28231F9F6B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A64A1-17BD-8D6E-106C-78655C6E1D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276797-D76C-BF42-8C18-B1AAB5C0D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883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3" Type="http://schemas.microsoft.com/office/2007/relationships/media" Target="../media/media2.mp3"/><Relationship Id="rId7" Type="http://schemas.openxmlformats.org/officeDocument/2006/relationships/slideLayout" Target="../slideLayouts/slideLayout6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audio" Target="../media/media3.mp3"/><Relationship Id="rId5" Type="http://schemas.microsoft.com/office/2007/relationships/media" Target="../media/media3.mp3"/><Relationship Id="rId4" Type="http://schemas.openxmlformats.org/officeDocument/2006/relationships/audio" Target="../media/media2.mp3"/><Relationship Id="rId9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audio" Target="../media/media4.mp3"/><Relationship Id="rId3" Type="http://schemas.microsoft.com/office/2007/relationships/media" Target="../media/media2.mp3"/><Relationship Id="rId7" Type="http://schemas.microsoft.com/office/2007/relationships/media" Target="../media/media4.mp3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audio" Target="../media/media3.mp3"/><Relationship Id="rId11" Type="http://schemas.openxmlformats.org/officeDocument/2006/relationships/image" Target="../media/image1.png"/><Relationship Id="rId5" Type="http://schemas.microsoft.com/office/2007/relationships/media" Target="../media/media3.mp3"/><Relationship Id="rId10" Type="http://schemas.openxmlformats.org/officeDocument/2006/relationships/notesSlide" Target="../notesSlides/notesSlide2.xml"/><Relationship Id="rId4" Type="http://schemas.openxmlformats.org/officeDocument/2006/relationships/audio" Target="../media/media2.mp3"/><Relationship Id="rId9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media" Target="../media/media2.mp3"/><Relationship Id="rId7" Type="http://schemas.openxmlformats.org/officeDocument/2006/relationships/image" Target="../media/image1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6.xml"/><Relationship Id="rId4" Type="http://schemas.openxmlformats.org/officeDocument/2006/relationships/audio" Target="../media/media2.mp3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A71F61-56CD-9FF2-509A-F3342ED04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</a:t>
            </a:r>
          </a:p>
        </p:txBody>
      </p:sp>
      <p:pic>
        <p:nvPicPr>
          <p:cNvPr id="2" name="ppt_audio_1">
            <a:hlinkClick r:id="" action="ppaction://media"/>
            <a:extLst>
              <a:ext uri="{FF2B5EF4-FFF2-40B4-BE49-F238E27FC236}">
                <a16:creationId xmlns:a16="http://schemas.microsoft.com/office/drawing/2014/main" id="{F0518F36-BEF4-8325-D6B4-845ECD62B20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2192000" y="0"/>
            <a:ext cx="812800" cy="812800"/>
          </a:xfrm>
          <a:prstGeom prst="rect">
            <a:avLst/>
          </a:prstGeom>
        </p:spPr>
      </p:pic>
      <p:pic>
        <p:nvPicPr>
          <p:cNvPr id="3" name="ppt_audio_2">
            <a:hlinkClick r:id="" action="ppaction://media"/>
            <a:extLst>
              <a:ext uri="{FF2B5EF4-FFF2-40B4-BE49-F238E27FC236}">
                <a16:creationId xmlns:a16="http://schemas.microsoft.com/office/drawing/2014/main" id="{29080454-1A23-8B0E-0F0B-6EBB69E79DC9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2192000" y="812800"/>
            <a:ext cx="812800" cy="812800"/>
          </a:xfrm>
          <a:prstGeom prst="rect">
            <a:avLst/>
          </a:prstGeom>
        </p:spPr>
      </p:pic>
      <p:pic>
        <p:nvPicPr>
          <p:cNvPr id="5" name="ppt_audio_3">
            <a:hlinkClick r:id="" action="ppaction://media"/>
            <a:extLst>
              <a:ext uri="{FF2B5EF4-FFF2-40B4-BE49-F238E27FC236}">
                <a16:creationId xmlns:a16="http://schemas.microsoft.com/office/drawing/2014/main" id="{D6B0FC0B-4C46-9B8B-CA82-9924721D5FE2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2192000" y="1690688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276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328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 numSld="999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739C2F1-CEA2-1D74-641D-E54736160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Replace main</a:t>
            </a:r>
          </a:p>
        </p:txBody>
      </p:sp>
      <p:sp>
        <p:nvSpPr>
          <p:cNvPr id="2" name="Box">
            <a:extLst>
              <a:ext uri="{FF2B5EF4-FFF2-40B4-BE49-F238E27FC236}">
                <a16:creationId xmlns:a16="http://schemas.microsoft.com/office/drawing/2014/main" id="{1A5CE11E-9E6A-3017-4212-F53D213EF9D3}"/>
              </a:ext>
            </a:extLst>
          </p:cNvPr>
          <p:cNvSpPr/>
          <p:nvPr/>
        </p:nvSpPr>
        <p:spPr>
          <a:xfrm>
            <a:off x="5539408" y="2872408"/>
            <a:ext cx="1113183" cy="11131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pt_audio_1">
            <a:hlinkClick r:id="" action="ppaction://media"/>
            <a:extLst>
              <a:ext uri="{FF2B5EF4-FFF2-40B4-BE49-F238E27FC236}">
                <a16:creationId xmlns:a16="http://schemas.microsoft.com/office/drawing/2014/main" id="{0D0B12C2-92A5-3301-928E-5557ADD0578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2192000" y="0"/>
            <a:ext cx="812800" cy="812800"/>
          </a:xfrm>
          <a:prstGeom prst="rect">
            <a:avLst/>
          </a:prstGeom>
        </p:spPr>
      </p:pic>
      <p:pic>
        <p:nvPicPr>
          <p:cNvPr id="5" name="ppt_audio_2">
            <a:hlinkClick r:id="" action="ppaction://media"/>
            <a:extLst>
              <a:ext uri="{FF2B5EF4-FFF2-40B4-BE49-F238E27FC236}">
                <a16:creationId xmlns:a16="http://schemas.microsoft.com/office/drawing/2014/main" id="{3B7C0FDB-CDF4-400A-5AC2-E10A612DEDBF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2192000" y="812800"/>
            <a:ext cx="812800" cy="812800"/>
          </a:xfrm>
          <a:prstGeom prst="rect">
            <a:avLst/>
          </a:prstGeom>
        </p:spPr>
      </p:pic>
      <p:pic>
        <p:nvPicPr>
          <p:cNvPr id="6" name="ppt_audio_3">
            <a:hlinkClick r:id="" action="ppaction://media"/>
            <a:extLst>
              <a:ext uri="{FF2B5EF4-FFF2-40B4-BE49-F238E27FC236}">
                <a16:creationId xmlns:a16="http://schemas.microsoft.com/office/drawing/2014/main" id="{78545567-FE21-B6EF-81DD-E1B7985723FF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2192000" y="1625600"/>
            <a:ext cx="812800" cy="812800"/>
          </a:xfrm>
          <a:prstGeom prst="rect">
            <a:avLst/>
          </a:prstGeom>
        </p:spPr>
      </p:pic>
      <p:pic>
        <p:nvPicPr>
          <p:cNvPr id="7" name="ppt_audio_01">
            <a:hlinkClick r:id="" action="ppaction://media"/>
            <a:extLst>
              <a:ext uri="{FF2B5EF4-FFF2-40B4-BE49-F238E27FC236}">
                <a16:creationId xmlns:a16="http://schemas.microsoft.com/office/drawing/2014/main" id="{128FAD03-DE60-B5CF-F0C0-EE17D3F868E3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5689600" y="30226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978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3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stop">
                                      <p:cBhvr>
                                        <p:cTn id="19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3" dur="160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7" dur="2448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20000">
                <p:cTn id="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 mute="1" numSld="999">
                <p:cTn id="3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3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3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8A96655-AA82-4695-BCC3-17245073C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Replace triggers</a:t>
            </a:r>
          </a:p>
        </p:txBody>
      </p:sp>
      <p:sp>
        <p:nvSpPr>
          <p:cNvPr id="4" name="Button">
            <a:extLst>
              <a:ext uri="{FF2B5EF4-FFF2-40B4-BE49-F238E27FC236}">
                <a16:creationId xmlns:a16="http://schemas.microsoft.com/office/drawing/2014/main" id="{BEF60AA2-1C9D-9502-DF0A-C469EF144C29}"/>
              </a:ext>
            </a:extLst>
          </p:cNvPr>
          <p:cNvSpPr/>
          <p:nvPr/>
        </p:nvSpPr>
        <p:spPr>
          <a:xfrm>
            <a:off x="5544766" y="2874523"/>
            <a:ext cx="1102468" cy="110895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Play</a:t>
            </a:r>
          </a:p>
        </p:txBody>
      </p:sp>
      <p:pic>
        <p:nvPicPr>
          <p:cNvPr id="5" name="ppt_audio_1">
            <a:hlinkClick r:id="" action="ppaction://media"/>
            <a:extLst>
              <a:ext uri="{FF2B5EF4-FFF2-40B4-BE49-F238E27FC236}">
                <a16:creationId xmlns:a16="http://schemas.microsoft.com/office/drawing/2014/main" id="{B705F5D7-AAB8-68D8-CADD-A6AC6AF427A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2192000" y="0"/>
            <a:ext cx="812800" cy="812800"/>
          </a:xfrm>
          <a:prstGeom prst="rect">
            <a:avLst/>
          </a:prstGeom>
        </p:spPr>
      </p:pic>
      <p:pic>
        <p:nvPicPr>
          <p:cNvPr id="6" name="ppt_audio_2">
            <a:hlinkClick r:id="" action="ppaction://media"/>
            <a:extLst>
              <a:ext uri="{FF2B5EF4-FFF2-40B4-BE49-F238E27FC236}">
                <a16:creationId xmlns:a16="http://schemas.microsoft.com/office/drawing/2014/main" id="{DBFA1BAC-E3FE-AEF6-E965-2D2A544A1A08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2192000" y="81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007000"/>
      </p:ext>
    </p:extLst>
  </p:cSld>
  <p:clrMapOvr>
    <a:masterClrMapping/>
  </p:clrMapOvr>
  <p:timing>
    <p:tnLst>
      <p:par>
        <p:cTn id="1" dur="indefinite" restart="never" nodeType="tmRoot">
          <p:childTnLst>
            <p:audio>
              <p:cMediaNode vol="80000" numSld="999">
                <p:cTn id="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audio>
              <p:cMediaNode vol="80000">
                <p:cTn id="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3" dur="328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0A245-77D4-C129-F3C9-11A658F29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Refused</a:t>
            </a:r>
          </a:p>
        </p:txBody>
      </p:sp>
      <p:pic>
        <p:nvPicPr>
          <p:cNvPr id="4" name="ppt_audio_1">
            <a:hlinkClick r:id="" action="ppaction://media"/>
            <a:extLst>
              <a:ext uri="{FF2B5EF4-FFF2-40B4-BE49-F238E27FC236}">
                <a16:creationId xmlns:a16="http://schemas.microsoft.com/office/drawing/2014/main" id="{72EC6347-A9F2-07DB-BAE6-672F14E225A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>
                  <p14:fade in="1000"/>
                </p14:media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2192000" y="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505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3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6740F-8024-0BBD-91D0-22C2E32EB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Clean</a:t>
            </a:r>
          </a:p>
        </p:txBody>
      </p:sp>
    </p:spTree>
    <p:extLst>
      <p:ext uri="{BB962C8B-B14F-4D97-AF65-F5344CB8AC3E}">
        <p14:creationId xmlns:p14="http://schemas.microsoft.com/office/powerpoint/2010/main" val="3800327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</TotalTime>
  <Words>44</Words>
  <Application>Microsoft Macintosh PowerPoint</Application>
  <PresentationFormat>Widescreen</PresentationFormat>
  <Paragraphs>17</Paragraphs>
  <Slides>5</Slides>
  <Notes>5</Notes>
  <HiddenSlides>0</HiddenSlides>
  <MMClips>10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Load</vt:lpstr>
      <vt:lpstr>Replace main</vt:lpstr>
      <vt:lpstr>Replace triggers</vt:lpstr>
      <vt:lpstr>Refused</vt:lpstr>
      <vt:lpstr>Clean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Dallas Lim Juin Loon</dc:creator>
  <cp:lastModifiedBy>Dallas Lim Juin Loon</cp:lastModifiedBy>
  <cp:revision>5</cp:revision>
  <dcterms:created xsi:type="dcterms:W3CDTF">2026-10-17T08:07:41Z</dcterms:created>
  <dcterms:modified xsi:type="dcterms:W3CDTF">2026-10-17T09:07:14Z</dcterms:modified>
</cp:coreProperties>
</file>